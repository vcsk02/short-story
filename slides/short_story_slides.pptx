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AQG for Math: Data-Mining Lenses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Short Story – CMPE 255 • Topic approved • Build: README + Medium outline + Slides +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(Motivation)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ITS (Intelligent Tutoring Systems) need infinite, level-controlled practice problems.</a:t>
            </a:r>
          </a:p>
          <a:p>
            <a:pPr>
              <a:defRPr sz="1800"/>
            </a:pPr>
            <a:r>
              <a:t>Classic AQG struggled with controllable difficulty and clarity.</a:t>
            </a:r>
          </a:p>
          <a:p>
            <a:pPr>
              <a:defRPr sz="1800"/>
            </a:pPr>
            <a:r>
              <a:t>LLM-era: inference-time compute + multi-agent collaboration promise better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t>Contextualize within data mining: labeling difficulty, evaluation metrics, curation pipelines.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Input: KC (knowledge component), few examples, and target difficulty (easy/medium/hard).</a:t>
            </a:r>
          </a:p>
          <a:p>
            <a:pPr>
              <a:defRPr sz="1800"/>
            </a:pPr>
            <a:r>
              <a:t>Output: a question–answer pair aligned with the KC and difficulty.</a:t>
            </a:r>
          </a:p>
          <a:p>
            <a:pPr>
              <a:defRPr sz="1800"/>
            </a:pPr>
            <a:r>
              <a:t>Goal: Boost relevance, clarity, answerability, and difficulty matching.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t>Source: paper's ITS framing and AQG setup.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Dataset: Problem Bodies (ASSISTments extension)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Middle-school math questions with student performance stats.</a:t>
            </a:r>
          </a:p>
          <a:p>
            <a:pPr>
              <a:defRPr sz="1800"/>
            </a:pPr>
            <a:r>
              <a:t>“Percent correct” enables empirical difficulty buckets (easy/medium/hard).</a:t>
            </a:r>
          </a:p>
          <a:p>
            <a:pPr>
              <a:defRPr sz="1800"/>
            </a:pPr>
            <a:r>
              <a:t>Grounds difficulty in real-world outcomes.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t>Data mining angle: empirical labels derived from historical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Agents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Teacher – generates Q&amp;A given KC + difficulty.</a:t>
            </a:r>
          </a:p>
          <a:p>
            <a:pPr>
              <a:defRPr sz="1800"/>
            </a:pPr>
            <a:r>
              <a:t>Generic Critic – reviews clarity, relevance, and difficulty alignment.</a:t>
            </a:r>
          </a:p>
          <a:p>
            <a:pPr>
              <a:defRPr sz="1800"/>
            </a:pPr>
            <a:r>
              <a:t>Versatile Agent – can propose, revise, or endorse Q&amp;A; fosters diversity.</a:t>
            </a:r>
          </a:p>
          <a:p>
            <a:pPr>
              <a:defRPr sz="1800"/>
            </a:pPr>
            <a:r>
              <a:t>Consensus CEO – picks best candidate or consensus.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t>Think of this as an ensemble with orchestrated critique and selection.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Agentic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Teacher–Critic Cycle (TCC): Iterative generation + critique rounds (2–5).</a:t>
            </a:r>
          </a:p>
          <a:p>
            <a:pPr>
              <a:defRPr sz="1800"/>
            </a:pPr>
            <a:r>
              <a:t>Collective Consensus (CC): Multiple versatile agents discuss; CEO selects winner.</a:t>
            </a:r>
          </a:p>
          <a:p>
            <a:pPr>
              <a:defRPr sz="1800"/>
            </a:pPr>
            <a:r>
              <a:t>AutoCoT vs. Solution-Only decoding toggles explored.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t>Channel extra compute at inference time; do not change model weights.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Difficulty Prompting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Empirical: show labeled examples (easy/medium/hard) from performance data.</a:t>
            </a:r>
          </a:p>
          <a:p>
            <a:pPr>
              <a:defRPr sz="1800"/>
            </a:pPr>
            <a:r>
              <a:t>Prompting-Empirical: show only examples at the requested difficulty.</a:t>
            </a:r>
          </a:p>
          <a:p>
            <a:pPr>
              <a:defRPr sz="1800"/>
            </a:pPr>
            <a:r>
              <a:t>Simple/Random: random examples; rely on the requested difficulty in instructions.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t>Data mining framing: supervision signal design and sampling strategy.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Self-Curation via Bloom’s Taxonomy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Bloom Agent assigns 1–5 based on cognitive demand tier (lower/middle/upper).</a:t>
            </a:r>
          </a:p>
          <a:p>
            <a:pPr>
              <a:defRPr sz="1800"/>
            </a:pPr>
            <a:r>
              <a:t>Filter out weak candidates aggressively; retain aligned exemplars.</a:t>
            </a:r>
          </a:p>
          <a:p>
            <a:pPr>
              <a:defRPr sz="1800"/>
            </a:pPr>
            <a:r>
              <a:t>Compare against Random Curation 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t>Curation = a ranking/filtering pipeline → a classic data mining pattern.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Meta-Evaluation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Relevance, Importance, Clarity, Difficulty Matching, Answerability.</a:t>
            </a:r>
          </a:p>
          <a:p>
            <a:pPr>
              <a:defRPr sz="1800"/>
            </a:pPr>
            <a:r>
              <a:t>Scores are 1–5; automated with GPT-4 evaluators (G-Eval-style).</a:t>
            </a:r>
          </a:p>
          <a:p>
            <a:pPr>
              <a:defRPr sz="1800"/>
            </a:pPr>
            <a:r>
              <a:t>Note ceiling effects &amp; potential evaluator bias; plan human evals.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t>Measurement is the backbone: define what 'good' means and how to score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Curated agentic workflows (TCC, CC) edge out baselines overall.</a:t>
            </a:r>
          </a:p>
          <a:p>
            <a:pPr>
              <a:defRPr sz="1800"/>
            </a:pPr>
            <a:r>
              <a:t>Largest gains: Difficulty Matching &amp; Relevance.</a:t>
            </a:r>
          </a:p>
          <a:p>
            <a:pPr>
              <a:defRPr sz="1800"/>
            </a:pPr>
            <a:r>
              <a:t>Performance drops as difficulty increases; hard questions remain challenging.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t>Discuss Figure 3 trends and Table 1 averages; mention zero-shot oddity wrt difficulty.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Ablations &amp; Knobs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More rounds/agents ≠ monotonic gains; diminishing returns (Fig. 4).</a:t>
            </a:r>
          </a:p>
          <a:p>
            <a:pPr>
              <a:defRPr sz="1800"/>
            </a:pPr>
            <a:r>
              <a:t>Few-shot prompting strategies varied little in impact (Table 2).</a:t>
            </a:r>
          </a:p>
          <a:p>
            <a:pPr>
              <a:defRPr sz="1800"/>
            </a:pPr>
            <a:r>
              <a:t>Careful compute budgeting and prompt design still open problems.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t>Treat ITC like a hyperparameter budget; measure ROI.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Automated evaluators can bias outcomes; ceiling effects observed (Fig. 5).</a:t>
            </a:r>
          </a:p>
          <a:p>
            <a:pPr>
              <a:defRPr sz="1800"/>
            </a:pPr>
            <a:r>
              <a:t>Agent variability; non-curated agents can underperform baselines.</a:t>
            </a:r>
          </a:p>
          <a:p>
            <a:pPr>
              <a:defRPr sz="1800"/>
            </a:pPr>
            <a:r>
              <a:t>Generalization to other subjects/KCs needs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t>Honest discussion strengthens your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Mining Framing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Label construction: difficulty via percent-correct (supervised signal).</a:t>
            </a:r>
          </a:p>
          <a:p>
            <a:pPr>
              <a:defRPr sz="1800"/>
            </a:pPr>
            <a:r>
              <a:t>Pipelines: generation → critique → curation → selection.</a:t>
            </a:r>
          </a:p>
          <a:p>
            <a:pPr>
              <a:defRPr sz="1800"/>
            </a:pPr>
            <a:r>
              <a:t>Metrics-as-targets: optimizing for meta-eval criteria.</a:t>
            </a:r>
          </a:p>
          <a:p>
            <a:pPr>
              <a:defRPr sz="1800"/>
            </a:pPr>
            <a:r>
              <a:t>Ablation &amp; sampling strategy comparisons = experimental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t>Map ML plumbing to canonical data mining workflow concepts.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Extend (Survey Angle)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Position vs. G-Eval, QGEval, AutoGen, CAMEL, MetaGPT (from refs).</a:t>
            </a:r>
          </a:p>
          <a:p>
            <a:pPr>
              <a:defRPr sz="1800"/>
            </a:pPr>
            <a:r>
              <a:t>Contrast agentic debate vs. role-play vs. hierarchical orchestration.</a:t>
            </a:r>
          </a:p>
          <a:p>
            <a:pPr>
              <a:defRPr sz="1800"/>
            </a:pPr>
            <a:r>
              <a:t>Bridge to KDD/ICDM: curation, ranking, and eval bias as data mining problems.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t>Synthesize related work; keep 2024+ focus where possible.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Public GitHub: code/assets + README with links to Medium, Slideshare, video.</a:t>
            </a:r>
          </a:p>
          <a:p>
            <a:pPr>
              <a:defRPr sz="1800"/>
            </a:pPr>
            <a:r>
              <a:t>Medium: write from scratch (no AI); include your visuals and attributions.</a:t>
            </a:r>
          </a:p>
          <a:p>
            <a:pPr>
              <a:defRPr sz="1800"/>
            </a:pPr>
            <a:r>
              <a:t>Slideshare: upload exported PDF/PPTX.</a:t>
            </a:r>
          </a:p>
          <a:p>
            <a:pPr>
              <a:defRPr sz="1800"/>
            </a:pPr>
            <a:r>
              <a:t>Video (10–15 min): screen recording with slides; upload MP4 to repo.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t>Close with pointers; keep everything reproducible.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Collaborative Frameworks for Math Problem Generation – CMPE 255 Short Story</dc:title>
  <dc:subject>Data Mining framing of agentic AQG; evaluation and curation</dc:subject>
  <dc:creator>Prepared starter deck for Vineeth (fill in your own words)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